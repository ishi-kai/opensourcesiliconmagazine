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95CAD9-3586-4C4F-B6AA-DC90E4AEBF2B}" v="1" dt="2025-02-04T07:04:29.709"/>
    <p1510:client id="{2756A08A-85B2-47D3-B936-D3675D509556}" v="6" dt="2025-02-04T05:43:45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90" d="100"/>
          <a:sy n="90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0395CAD9-3586-4C4F-B6AA-DC90E4AEBF2B}"/>
    <pc:docChg chg="undo custSel addSld delSld modSld">
      <pc:chgData name="Noritsuna Imamura" userId="5b2da16fa1785921" providerId="LiveId" clId="{0395CAD9-3586-4C4F-B6AA-DC90E4AEBF2B}" dt="2025-02-04T07:07:31.828" v="23" actId="692"/>
      <pc:docMkLst>
        <pc:docMk/>
      </pc:docMkLst>
      <pc:sldChg chg="del">
        <pc:chgData name="Noritsuna Imamura" userId="5b2da16fa1785921" providerId="LiveId" clId="{0395CAD9-3586-4C4F-B6AA-DC90E4AEBF2B}" dt="2025-02-04T07:03:50.943" v="4" actId="2696"/>
        <pc:sldMkLst>
          <pc:docMk/>
          <pc:sldMk cId="4230585537" sldId="256"/>
        </pc:sldMkLst>
      </pc:sldChg>
      <pc:sldChg chg="addSp delSp modSp new mod setBg">
        <pc:chgData name="Noritsuna Imamura" userId="5b2da16fa1785921" providerId="LiveId" clId="{0395CAD9-3586-4C4F-B6AA-DC90E4AEBF2B}" dt="2025-02-04T07:07:31.828" v="23" actId="692"/>
        <pc:sldMkLst>
          <pc:docMk/>
          <pc:sldMk cId="2291513561" sldId="257"/>
        </pc:sldMkLst>
        <pc:spChg chg="del">
          <ac:chgData name="Noritsuna Imamura" userId="5b2da16fa1785921" providerId="LiveId" clId="{0395CAD9-3586-4C4F-B6AA-DC90E4AEBF2B}" dt="2025-02-04T07:03:54.632" v="5" actId="478"/>
          <ac:spMkLst>
            <pc:docMk/>
            <pc:sldMk cId="2291513561" sldId="257"/>
            <ac:spMk id="2" creationId="{C0CBC073-A8C2-1820-6715-50FA33F3E74B}"/>
          </ac:spMkLst>
        </pc:spChg>
        <pc:spChg chg="del">
          <ac:chgData name="Noritsuna Imamura" userId="5b2da16fa1785921" providerId="LiveId" clId="{0395CAD9-3586-4C4F-B6AA-DC90E4AEBF2B}" dt="2025-02-04T07:03:57.777" v="6" actId="478"/>
          <ac:spMkLst>
            <pc:docMk/>
            <pc:sldMk cId="2291513561" sldId="257"/>
            <ac:spMk id="3" creationId="{BF17F118-C0F4-8FC6-AC84-3D4818B0EFF4}"/>
          </ac:spMkLst>
        </pc:spChg>
        <pc:spChg chg="add mod">
          <ac:chgData name="Noritsuna Imamura" userId="5b2da16fa1785921" providerId="LiveId" clId="{0395CAD9-3586-4C4F-B6AA-DC90E4AEBF2B}" dt="2025-02-04T07:07:31.828" v="23" actId="692"/>
          <ac:spMkLst>
            <pc:docMk/>
            <pc:sldMk cId="2291513561" sldId="257"/>
            <ac:spMk id="6" creationId="{725C32B8-41F6-CAA6-BF12-1907CB5F5C56}"/>
          </ac:spMkLst>
        </pc:spChg>
        <pc:spChg chg="add">
          <ac:chgData name="Noritsuna Imamura" userId="5b2da16fa1785921" providerId="LiveId" clId="{0395CAD9-3586-4C4F-B6AA-DC90E4AEBF2B}" dt="2025-02-04T07:06:05.909" v="13" actId="26606"/>
          <ac:spMkLst>
            <pc:docMk/>
            <pc:sldMk cId="2291513561" sldId="257"/>
            <ac:spMk id="10" creationId="{42A4FC2C-047E-45A5-965D-8E1E3BF09BC6}"/>
          </ac:spMkLst>
        </pc:spChg>
        <pc:picChg chg="add mod">
          <ac:chgData name="Noritsuna Imamura" userId="5b2da16fa1785921" providerId="LiveId" clId="{0395CAD9-3586-4C4F-B6AA-DC90E4AEBF2B}" dt="2025-02-04T07:06:05.909" v="13" actId="26606"/>
          <ac:picMkLst>
            <pc:docMk/>
            <pc:sldMk cId="2291513561" sldId="257"/>
            <ac:picMk id="5" creationId="{BC5EDCA0-A626-52D5-9732-9B2E2EAE3C2E}"/>
          </ac:picMkLst>
        </pc:picChg>
      </pc:sldChg>
      <pc:sldChg chg="del">
        <pc:chgData name="Noritsuna Imamura" userId="5b2da16fa1785921" providerId="LiveId" clId="{0395CAD9-3586-4C4F-B6AA-DC90E4AEBF2B}" dt="2025-02-04T07:03:45.644" v="0" actId="2696"/>
        <pc:sldMkLst>
          <pc:docMk/>
          <pc:sldMk cId="3491439069" sldId="257"/>
        </pc:sldMkLst>
      </pc:sldChg>
      <pc:sldChg chg="add">
        <pc:chgData name="Noritsuna Imamura" userId="5b2da16fa1785921" providerId="LiveId" clId="{0395CAD9-3586-4C4F-B6AA-DC90E4AEBF2B}" dt="2025-02-04T07:04:09.487" v="7" actId="2890"/>
        <pc:sldMkLst>
          <pc:docMk/>
          <pc:sldMk cId="362971830" sldId="258"/>
        </pc:sldMkLst>
      </pc:sldChg>
      <pc:sldChg chg="del">
        <pc:chgData name="Noritsuna Imamura" userId="5b2da16fa1785921" providerId="LiveId" clId="{0395CAD9-3586-4C4F-B6AA-DC90E4AEBF2B}" dt="2025-02-04T07:03:46.662" v="1" actId="2696"/>
        <pc:sldMkLst>
          <pc:docMk/>
          <pc:sldMk cId="887954012" sldId="258"/>
        </pc:sldMkLst>
      </pc:sldChg>
      <pc:sldChg chg="add">
        <pc:chgData name="Noritsuna Imamura" userId="5b2da16fa1785921" providerId="LiveId" clId="{0395CAD9-3586-4C4F-B6AA-DC90E4AEBF2B}" dt="2025-02-04T07:04:12.283" v="8" actId="2890"/>
        <pc:sldMkLst>
          <pc:docMk/>
          <pc:sldMk cId="736301967" sldId="259"/>
        </pc:sldMkLst>
      </pc:sldChg>
      <pc:sldChg chg="del">
        <pc:chgData name="Noritsuna Imamura" userId="5b2da16fa1785921" providerId="LiveId" clId="{0395CAD9-3586-4C4F-B6AA-DC90E4AEBF2B}" dt="2025-02-04T07:03:47.140" v="2" actId="2696"/>
        <pc:sldMkLst>
          <pc:docMk/>
          <pc:sldMk cId="775970703" sldId="259"/>
        </pc:sldMkLst>
      </pc:sldChg>
      <pc:sldChg chg="add">
        <pc:chgData name="Noritsuna Imamura" userId="5b2da16fa1785921" providerId="LiveId" clId="{0395CAD9-3586-4C4F-B6AA-DC90E4AEBF2B}" dt="2025-02-04T07:04:14.867" v="9" actId="2890"/>
        <pc:sldMkLst>
          <pc:docMk/>
          <pc:sldMk cId="1511072714" sldId="260"/>
        </pc:sldMkLst>
      </pc:sldChg>
    </pc:docChg>
  </pc:docChgLst>
  <pc:docChgLst>
    <pc:chgData name="Noritsuna Imamura" userId="5b2da16fa1785921" providerId="LiveId" clId="{2756A08A-85B2-47D3-B936-D3675D509556}"/>
    <pc:docChg chg="custSel addSld delSld modSld">
      <pc:chgData name="Noritsuna Imamura" userId="5b2da16fa1785921" providerId="LiveId" clId="{2756A08A-85B2-47D3-B936-D3675D509556}" dt="2025-02-04T05:55:18.152" v="1300" actId="20577"/>
      <pc:docMkLst>
        <pc:docMk/>
      </pc:docMkLst>
      <pc:sldChg chg="modSp new mod">
        <pc:chgData name="Noritsuna Imamura" userId="5b2da16fa1785921" providerId="LiveId" clId="{2756A08A-85B2-47D3-B936-D3675D509556}" dt="2025-02-04T05:35:37.458" v="15" actId="20577"/>
        <pc:sldMkLst>
          <pc:docMk/>
          <pc:sldMk cId="4230585537" sldId="256"/>
        </pc:sldMkLst>
        <pc:spChg chg="mod">
          <ac:chgData name="Noritsuna Imamura" userId="5b2da16fa1785921" providerId="LiveId" clId="{2756A08A-85B2-47D3-B936-D3675D509556}" dt="2025-02-04T05:35:37.458" v="15" actId="20577"/>
          <ac:spMkLst>
            <pc:docMk/>
            <pc:sldMk cId="4230585537" sldId="256"/>
            <ac:spMk id="2" creationId="{BE9E5F28-7819-C83F-D852-8A978C6EEBF9}"/>
          </ac:spMkLst>
        </pc:spChg>
      </pc:sldChg>
      <pc:sldChg chg="addSp modSp new mod">
        <pc:chgData name="Noritsuna Imamura" userId="5b2da16fa1785921" providerId="LiveId" clId="{2756A08A-85B2-47D3-B936-D3675D509556}" dt="2025-02-04T05:55:18.152" v="1300" actId="20577"/>
        <pc:sldMkLst>
          <pc:docMk/>
          <pc:sldMk cId="3491439069" sldId="257"/>
        </pc:sldMkLst>
        <pc:spChg chg="mod">
          <ac:chgData name="Noritsuna Imamura" userId="5b2da16fa1785921" providerId="LiveId" clId="{2756A08A-85B2-47D3-B936-D3675D509556}" dt="2025-02-04T05:35:46.027" v="26" actId="20577"/>
          <ac:spMkLst>
            <pc:docMk/>
            <pc:sldMk cId="3491439069" sldId="257"/>
            <ac:spMk id="2" creationId="{67DD50E1-6499-994B-7BCF-3DCE365C16D4}"/>
          </ac:spMkLst>
        </pc:spChg>
        <pc:spChg chg="mod">
          <ac:chgData name="Noritsuna Imamura" userId="5b2da16fa1785921" providerId="LiveId" clId="{2756A08A-85B2-47D3-B936-D3675D509556}" dt="2025-02-04T05:55:18.152" v="1300" actId="20577"/>
          <ac:spMkLst>
            <pc:docMk/>
            <pc:sldMk cId="3491439069" sldId="257"/>
            <ac:spMk id="3" creationId="{599A3099-E361-85F8-5FCB-9E6197A2296D}"/>
          </ac:spMkLst>
        </pc:spChg>
        <pc:picChg chg="add mod">
          <ac:chgData name="Noritsuna Imamura" userId="5b2da16fa1785921" providerId="LiveId" clId="{2756A08A-85B2-47D3-B936-D3675D509556}" dt="2025-02-04T05:39:19.881" v="413" actId="14100"/>
          <ac:picMkLst>
            <pc:docMk/>
            <pc:sldMk cId="3491439069" sldId="257"/>
            <ac:picMk id="5" creationId="{E66AF3A4-83B8-17EB-3536-BB53D62C5BBA}"/>
          </ac:picMkLst>
        </pc:picChg>
      </pc:sldChg>
      <pc:sldChg chg="addSp modSp new mod">
        <pc:chgData name="Noritsuna Imamura" userId="5b2da16fa1785921" providerId="LiveId" clId="{2756A08A-85B2-47D3-B936-D3675D509556}" dt="2025-02-04T05:51:07.915" v="1238" actId="20577"/>
        <pc:sldMkLst>
          <pc:docMk/>
          <pc:sldMk cId="887954012" sldId="258"/>
        </pc:sldMkLst>
        <pc:spChg chg="mod">
          <ac:chgData name="Noritsuna Imamura" userId="5b2da16fa1785921" providerId="LiveId" clId="{2756A08A-85B2-47D3-B936-D3675D509556}" dt="2025-02-04T05:36:06.733" v="92" actId="20577"/>
          <ac:spMkLst>
            <pc:docMk/>
            <pc:sldMk cId="887954012" sldId="258"/>
            <ac:spMk id="2" creationId="{9C223198-2C50-4CE5-2CB4-3EC88A070EAD}"/>
          </ac:spMkLst>
        </pc:spChg>
        <pc:spChg chg="mod">
          <ac:chgData name="Noritsuna Imamura" userId="5b2da16fa1785921" providerId="LiveId" clId="{2756A08A-85B2-47D3-B936-D3675D509556}" dt="2025-02-04T05:51:07.915" v="1238" actId="20577"/>
          <ac:spMkLst>
            <pc:docMk/>
            <pc:sldMk cId="887954012" sldId="258"/>
            <ac:spMk id="3" creationId="{316FFF8B-334E-F702-9A2B-B3C63EAA1624}"/>
          </ac:spMkLst>
        </pc:spChg>
        <pc:picChg chg="add mod">
          <ac:chgData name="Noritsuna Imamura" userId="5b2da16fa1785921" providerId="LiveId" clId="{2756A08A-85B2-47D3-B936-D3675D509556}" dt="2025-02-04T05:43:45.282" v="618" actId="1076"/>
          <ac:picMkLst>
            <pc:docMk/>
            <pc:sldMk cId="887954012" sldId="258"/>
            <ac:picMk id="1026" creationId="{8BC9588C-5C3A-DBE5-26A9-8EEA1FB0C3FB}"/>
          </ac:picMkLst>
        </pc:picChg>
      </pc:sldChg>
      <pc:sldChg chg="modSp new mod">
        <pc:chgData name="Noritsuna Imamura" userId="5b2da16fa1785921" providerId="LiveId" clId="{2756A08A-85B2-47D3-B936-D3675D509556}" dt="2025-02-04T05:46:52.581" v="944" actId="15"/>
        <pc:sldMkLst>
          <pc:docMk/>
          <pc:sldMk cId="775970703" sldId="259"/>
        </pc:sldMkLst>
        <pc:spChg chg="mod">
          <ac:chgData name="Noritsuna Imamura" userId="5b2da16fa1785921" providerId="LiveId" clId="{2756A08A-85B2-47D3-B936-D3675D509556}" dt="2025-02-04T05:45:34.620" v="742" actId="20577"/>
          <ac:spMkLst>
            <pc:docMk/>
            <pc:sldMk cId="775970703" sldId="259"/>
            <ac:spMk id="2" creationId="{184913B3-26D7-CCBB-5FDF-AD016D0F0846}"/>
          </ac:spMkLst>
        </pc:spChg>
        <pc:spChg chg="mod">
          <ac:chgData name="Noritsuna Imamura" userId="5b2da16fa1785921" providerId="LiveId" clId="{2756A08A-85B2-47D3-B936-D3675D509556}" dt="2025-02-04T05:46:52.581" v="944" actId="15"/>
          <ac:spMkLst>
            <pc:docMk/>
            <pc:sldMk cId="775970703" sldId="259"/>
            <ac:spMk id="3" creationId="{37618B0F-778C-D479-DBF4-D23E156B401D}"/>
          </ac:spMkLst>
        </pc:spChg>
      </pc:sldChg>
      <pc:sldChg chg="new del">
        <pc:chgData name="Noritsuna Imamura" userId="5b2da16fa1785921" providerId="LiveId" clId="{2756A08A-85B2-47D3-B936-D3675D509556}" dt="2025-02-04T05:40:47.402" v="416" actId="47"/>
        <pc:sldMkLst>
          <pc:docMk/>
          <pc:sldMk cId="3936992966" sldId="260"/>
        </pc:sldMkLst>
      </pc:sldChg>
      <pc:sldChg chg="new del">
        <pc:chgData name="Noritsuna Imamura" userId="5b2da16fa1785921" providerId="LiveId" clId="{2756A08A-85B2-47D3-B936-D3675D509556}" dt="2025-02-04T05:40:49.951" v="417" actId="47"/>
        <pc:sldMkLst>
          <pc:docMk/>
          <pc:sldMk cId="3306724407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D815C5-89EC-054D-F873-547A6EE76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0FBD221-8988-67CF-46BD-6B0B317577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AE646B-A758-A907-161C-B205BC2C6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6562CF-2095-D9D7-FBB0-DD65424F2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D4DFDA-22D8-BE07-C272-F984C2D4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7802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E55E53-72B1-0603-B96E-636A85E6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77C1F8-05FD-9A5B-7345-411CFB105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F6B09B-0562-9EFA-CA78-446A5EF4C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106D90-F8DB-1B43-6E6D-3A6B0939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5D0E6C-943D-AB68-93CE-0D8A2B8D1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908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422E8E-3610-9957-8A5F-4B0BDC97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CCC8A2-EC28-3466-2A33-039827A79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C6A434-5078-239D-D758-0475B8DD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A57D23-9162-17F5-BCE0-16670056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568509-CFE8-98E1-12BA-338E6BE6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337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747659-C96F-529C-A981-B52BD5437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DB3D4D-F1C0-6CAE-8E30-98FCD26EB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FB5B88-3D34-6433-3A9A-603C3FEFF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B79F3C-0695-D967-9FA5-242D7C5C7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5EDC6AA-C03B-D5CE-3DBD-04F1E388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A49A3F-0DDE-CF79-0C3C-0111145C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217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98FF01-D284-1D84-57F8-3D1DF7D45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C739BC8-8ED5-CFC1-86CD-725E038FC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1B5C0B6-355F-E397-BF26-E5F1FAD4A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64E097F-BD55-77AB-27E0-8067C6545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BAE78EE-27B0-4FC4-7938-53FAE41E2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4CC15D-79A8-559B-83F6-2CC3943A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4992E0F-9BA6-7B3D-0ABC-03AD85E1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1FA6F18-C902-04D0-331B-2D60E813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62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C9550D-245A-FC54-18C5-12A761F04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918477D-4CC2-A439-ADE7-3E833051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5510314-FA9F-29BC-5811-6AB9AE9B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B73E87-6FAC-D17C-5577-3F4F816B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26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3B42CC5-E52F-547D-4F84-4CF50BD11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C247C8-3BF9-EEE1-F212-F779C37C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29CE08-64F7-5567-2902-EDE84700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20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922B4E-AECA-70B3-C166-FEEE711B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13A6A0-EA44-FABB-4434-04B436DA6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A5B500-4E43-904F-B9F6-681ABD360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E189F7-AF42-5FDE-4F32-7A954407F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3E3C52-0E4D-F632-EDB2-EBE35873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C4C95B-F9E9-7122-5EEC-31163AD8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2259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A8B83-8955-1559-09BA-F5BCCEDBE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02C6DA4-7934-344F-E2E6-2666B91D7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C910F0-F812-2FCC-58AF-5DD703A99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616811-8050-FBC9-60A4-555550532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B8E18A8-7A16-02F0-50D4-72FF13069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952A2E-07B8-6ED1-DE14-6A876212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07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323C2-56EE-0B01-F48C-CC284B922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E9AF8D-4688-4144-7613-936C84171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0589F0-3939-4F0D-57CE-0C8F492C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D411A5-7691-1927-5404-9A098E77F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6FCA1D-A9ED-59EE-8E75-EE960D08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808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4D3E4DB-AB37-51A0-1561-364CD53C58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7BA297-B9E8-C56A-191A-9A9225E43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C30635-B119-171A-F02C-988CC5DE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C697F8-30DC-CF5E-44ED-EB0827BF8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F8DD3C-E380-427E-3C79-111430BA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634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D2E670F-73A5-812C-5DB5-D0591B84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EB3FFD8-C2C3-6273-5087-20D6EA9F8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401D69-49C4-6DD8-CF9A-AD0280728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D76BD-1569-4ED8-A351-09D512A23A41}" type="datetimeFigureOut">
              <a:rPr kumimoji="1" lang="ja-JP" altLang="en-US" smtClean="0"/>
              <a:t>2025/2/4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387CC2-456E-9B39-E802-2DE8C1C9F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B94C65-3BAD-8BCA-5C93-DA8898337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BAFF7-0800-4CC2-BC9E-3EC5A879DAA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600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C5EDCA0-A626-52D5-9732-9B2E2EAE3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0" b="5407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円/楕円 5">
            <a:extLst>
              <a:ext uri="{FF2B5EF4-FFF2-40B4-BE49-F238E27FC236}">
                <a16:creationId xmlns:a16="http://schemas.microsoft.com/office/drawing/2014/main" id="{725C32B8-41F6-CAA6-BF12-1907CB5F5C56}"/>
              </a:ext>
            </a:extLst>
          </p:cNvPr>
          <p:cNvSpPr/>
          <p:nvPr/>
        </p:nvSpPr>
        <p:spPr>
          <a:xfrm>
            <a:off x="10001250" y="2214563"/>
            <a:ext cx="1371600" cy="121443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513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BD76B-4321-CFEE-07B0-B3978BF81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97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8085A-F79D-2F97-81B9-8574C1040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301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B2A4-1EC0-BFBD-C4FE-0BA97730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072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Macintosh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Noritsuna Imamura</dc:creator>
  <cp:lastModifiedBy>Noritsuna Imamura</cp:lastModifiedBy>
  <cp:revision>1</cp:revision>
  <dcterms:created xsi:type="dcterms:W3CDTF">2025-02-04T05:35:02Z</dcterms:created>
  <dcterms:modified xsi:type="dcterms:W3CDTF">2025-02-04T07:07:37Z</dcterms:modified>
</cp:coreProperties>
</file>